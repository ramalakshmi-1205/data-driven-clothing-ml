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65760"/>
            <a:ext cx="1417320" cy="1417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234440"/>
            <a:ext cx="731520" cy="73152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5303520"/>
            <a:ext cx="1097280" cy="109728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5212080"/>
            <a:ext cx="548640" cy="548640"/>
          </a:xfrm>
          <a:prstGeom prst="ellipse">
            <a:avLst/>
          </a:prstGeom>
          <a:solidFill>
            <a:srgbClr val="EC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94B"/>
                </a:solidFill>
                <a:latin typeface="Aptos"/>
              </a:rPr>
              <a:t>Data-Driven Clothing
for Interactive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ptos"/>
              </a:rPr>
              <a:t>Machine Learning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6583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>
                <a:solidFill>
                  <a:srgbClr val="272B30"/>
                </a:solidFill>
                <a:latin typeface="Aptos"/>
              </a:rPr>
              <a:t>Presented by:</a:t>
            </a:r>
          </a:p>
          <a:p>
            <a:pPr algn="l"/>
            <a:r>
              <a:rPr lang="en-US" sz="1400" b="1">
                <a:solidFill>
                  <a:srgbClr val="272B30"/>
                </a:solidFill>
                <a:latin typeface="Aptos"/>
              </a:rPr>
              <a:t>Ramalakshmi M N  |  SRN: PES1UG24AM219</a:t>
            </a:r>
          </a:p>
          <a:p>
            <a:pPr algn="l"/>
            <a:r>
              <a:rPr lang="en-US" sz="1400" b="1">
                <a:solidFill>
                  <a:srgbClr val="272B30"/>
                </a:solidFill>
                <a:latin typeface="Aptos"/>
              </a:rPr>
              <a:t>Parth Pandurang Kale  |  SRN: PES1UG24AM184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3434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9707A"/>
                </a:solidFill>
                <a:latin typeface="Aptos"/>
              </a:rPr>
              <a:t>Reference Paper:
“Kangrui Xue and Jane Wu — Data-Driven Clothing for Interactive Applications”
Stanford CS229 Student Project, Spring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743200"/>
            <a:ext cx="1143000" cy="6858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9443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05672" y="2926080"/>
            <a:ext cx="274320" cy="27432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2743200"/>
            <a:ext cx="1143000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9443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314432" y="2926080"/>
            <a:ext cx="274320" cy="27432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52760" y="2743200"/>
            <a:ext cx="1143000" cy="6858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29443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Background &amp;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965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930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Traditional Approach — Physics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7335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72B30"/>
                </a:solidFill>
                <a:latin typeface="Aptos"/>
              </a:rPr>
              <a:t>Clothing motion can be generated by simulating physical interactions between the garment and the moving body.
This can require significant computation, especially when a new pose is evaluated.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73152" cy="19659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930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Data-Driven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0">
                <a:solidFill>
                  <a:srgbClr val="272B30"/>
                </a:solidFill>
                <a:latin typeface="Aptos"/>
              </a:rPr>
              <a:t>The paper explores learning the relationship between pose parameters and clothing deformation from pre-generated examples.
Once trained, a neural network can predict deformation directly from pose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294B"/>
                </a:solidFill>
                <a:latin typeface="Aptos"/>
              </a:rPr>
              <a:t>Key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0241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33672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6A69A"/>
                </a:solidFill>
                <a:latin typeface="Aptos"/>
              </a:rPr>
              <a:t>Learn a function:  Human Pose  →  Clothing Deformation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9707A"/>
                </a:solidFill>
                <a:latin typeface="Aptos"/>
              </a:rPr>
              <a:t>In the reference paper, procedural simulation is used offline to create training examples; the learned model is then used for fast prediction.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Reference Paper vs. Our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41605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Reference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27631"/>
            <a:ext cx="48920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72B30"/>
                </a:solidFill>
                <a:latin typeface="Aptos"/>
              </a:rPr>
              <a:t>• Offline procedural simulation generates a coat dataset.
• 10,000 randomly sampled poses are described.
• Each pose uses 14 joint rotation quaternions → 56 input values.
• Clothing output contains 2,170 vertices × 3 values = 6,510 values.
• PCA is used to reduce the high-dimensional output.
• A fully connected neural network predicts PCA coefficients.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3035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73152" cy="41605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4358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Our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27631"/>
            <a:ext cx="48920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72B30"/>
                </a:solidFill>
                <a:latin typeface="Aptos"/>
              </a:rPr>
              <a:t>• Original numerical dataset was not publicly available.
• Generated 2,000 synthetic, simulation-inspired samples.
• Kept the same 56-input / 6,510-output dimensional structure.
• Reduced output to 128 PCA components.
• Compared Linear Regression with a fully connected neural network.
• Trained the neural network for 100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EC70A4"/>
                </a:solidFill>
                <a:latin typeface="Aptos"/>
              </a:rPr>
              <a:t>Important: Our numerical results are from our synthetic dataset, not the paper's reported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Dataset &amp;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4285F4"/>
                </a:solidFill>
                <a:latin typeface="Aptos"/>
              </a:rPr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9707A"/>
                </a:solidFill>
                <a:latin typeface="Aptos"/>
              </a:rPr>
              <a:t>Samples generated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984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7E57C2"/>
                </a:solidFill>
                <a:latin typeface="Aptos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9707A"/>
                </a:solidFill>
                <a:latin typeface="Aptos"/>
              </a:rPr>
              <a:t>Pose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984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6A69A"/>
                </a:solidFill>
                <a:latin typeface="Aptos"/>
              </a:rPr>
              <a:t>6,510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1907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69707A"/>
                </a:solidFill>
                <a:latin typeface="Aptos"/>
              </a:rPr>
              <a:t>Clothing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73152" cy="187451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895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Pose Representation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273552"/>
            <a:ext cx="47548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2B30"/>
                </a:solidFill>
                <a:latin typeface="Aptos"/>
              </a:rPr>
              <a:t>14 joints × 4 quaternion values
= 56-dimensional input vector
The pose describes joint rotations.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432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43200"/>
            <a:ext cx="73152" cy="1874519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95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Clothing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73552"/>
            <a:ext cx="475488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2B30"/>
                </a:solidFill>
                <a:latin typeface="Aptos"/>
              </a:rPr>
              <a:t>2,170 vertices × 3 deformation values
= 6,510-dimensional output vector
PCA compresses this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E57C2"/>
                </a:solidFill>
                <a:latin typeface="Aptos"/>
              </a:rPr>
              <a:t>Split: 1,200 training  |  400 validation  |  400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9707A"/>
                </a:solidFill>
                <a:latin typeface="Aptos"/>
              </a:rPr>
              <a:t>Synthetic deformation values were generated for this implementation; they are not physically accurate cloth simulation.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PCA: Why We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1663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4160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4358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What PCA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27631"/>
            <a:ext cx="475488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Principal Component Analysis (PCA) transforms high-dimensional data into a smaller set of components.
The first components capture the largest amount of variation in the data.
Instead of predicting 6,510 output values directly, our model predicts 128 PCA coefficients.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73152" cy="41605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43584"/>
            <a:ext cx="4937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Our PCA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1"/>
            <a:ext cx="4937759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Original output: 6,510 dimensions
Reduced representation: 128 components
Variance retained: 99.9829%
After prediction, the 128 coefficients are passed through inverse PCA to reconstruct the 6,510-dimensional deformation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A69A"/>
                </a:solidFill>
                <a:latin typeface="Aptos"/>
              </a:rPr>
              <a:t>6,510 → PCA → 128 → Neural Network prediction → Inverse PCA → 6,510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Model: Fully Connected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011680" cy="12344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Input
Pose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9191" y="1673352"/>
            <a:ext cx="530352" cy="27432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234440"/>
            <a:ext cx="2011680" cy="123444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Hidden
Layer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95544" y="1673352"/>
            <a:ext cx="530352" cy="27432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234440"/>
            <a:ext cx="2011680" cy="123444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Hidden
Layer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11896" y="1673352"/>
            <a:ext cx="530352" cy="27432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43416" y="1234440"/>
            <a:ext cx="2011680" cy="1234440"/>
          </a:xfrm>
          <a:prstGeom prst="roundRect">
            <a:avLst/>
          </a:prstGeom>
          <a:solidFill>
            <a:srgbClr val="EC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481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Output
PCA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E57C2"/>
                </a:solidFill>
                <a:latin typeface="Aptos"/>
              </a:rPr>
              <a:t>ReLU activation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A69A"/>
                </a:solidFill>
                <a:latin typeface="Aptos"/>
              </a:rPr>
              <a:t>ReLU activation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4290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429000"/>
            <a:ext cx="73152" cy="1417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57530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4B"/>
                </a:solidFill>
                <a:latin typeface="Aptos"/>
              </a:rPr>
              <a:t>Loss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95935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72B30"/>
                </a:solidFill>
                <a:latin typeface="Aptos"/>
              </a:rPr>
              <a:t>MSE measures the difference between predicted and target PCA values.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4290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429000"/>
            <a:ext cx="73152" cy="141732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57530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4B"/>
                </a:solidFill>
                <a:latin typeface="Aptos"/>
              </a:rPr>
              <a:t>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5935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72B30"/>
                </a:solidFill>
                <a:latin typeface="Aptos"/>
              </a:rPr>
              <a:t>Adam updates model weights during training.
Learning rate: 0.003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4290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429000"/>
            <a:ext cx="73152" cy="14173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57530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4B"/>
                </a:solidFill>
                <a:latin typeface="Aptos"/>
              </a:rPr>
              <a:t>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95935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72B30"/>
                </a:solidFill>
                <a:latin typeface="Aptos"/>
              </a:rPr>
              <a:t>Batch size: 32
Epochs: 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4B"/>
                </a:solidFill>
                <a:latin typeface="Aptos"/>
              </a:rPr>
              <a:t>Why a neural network? It can learn nonlinear relationships between pose parameters and deformation.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Complete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051560"/>
            <a:ext cx="621792" cy="6217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Generate
synthetic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124712" y="1234440"/>
            <a:ext cx="822960" cy="22860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59152" y="1051560"/>
            <a:ext cx="621792" cy="621792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Split into
train / val / 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1234440"/>
            <a:ext cx="822960" cy="22860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6824" y="1051560"/>
            <a:ext cx="621792" cy="621792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Fit PCA on
training output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0056" y="1234440"/>
            <a:ext cx="822960" cy="22860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4496" y="1051560"/>
            <a:ext cx="621792" cy="621792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Train Linear
Regression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67728" y="1234440"/>
            <a:ext cx="822960" cy="22860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02167" y="1051560"/>
            <a:ext cx="621792" cy="621792"/>
          </a:xfrm>
          <a:prstGeom prst="ellipse">
            <a:avLst/>
          </a:prstGeom>
          <a:solidFill>
            <a:srgbClr val="EC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Train Neural
Network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15399" y="1234440"/>
            <a:ext cx="822960" cy="228600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39" y="1051560"/>
            <a:ext cx="621792" cy="621792"/>
          </a:xfrm>
          <a:prstGeom prst="ellipse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9" y="123444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1" y="1828800"/>
            <a:ext cx="1207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294B"/>
                </a:solidFill>
                <a:latin typeface="Aptos"/>
              </a:rPr>
              <a:t>Compare using
MSE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971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2971800"/>
            <a:ext cx="73152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1181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0215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MSE loss
Adam optimizer
Learning rate = 0.003
Batch size = 32
100 epochs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2971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2" y="2971800"/>
            <a:ext cx="73152" cy="192024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31181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350215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Baseline: Linear Regression
Main model: Neural Network
Metric: Test MSE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2971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2971800"/>
            <a:ext cx="73152" cy="19202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118104"/>
            <a:ext cx="30632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Reconstruction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50215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Predicted 128 PCA coefficients
↓
Inverse PCA
↓
6,510 deformation 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C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Training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05840"/>
            <a:ext cx="73152" cy="7132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5214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294B"/>
                </a:solidFill>
                <a:latin typeface="Aptos"/>
              </a:rPr>
              <a:t>Linear Regression Test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5989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72B30"/>
                </a:solidFill>
                <a:latin typeface="Aptos"/>
              </a:rPr>
              <a:t>0.0095094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920240"/>
            <a:ext cx="73152" cy="713232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6654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294B"/>
                </a:solidFill>
                <a:latin typeface="Aptos"/>
              </a:rPr>
              <a:t>Neural Network Test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5989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72B30"/>
                </a:solidFill>
                <a:latin typeface="Aptos"/>
              </a:rPr>
              <a:t>0.0082453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73152" cy="713232"/>
          </a:xfrm>
          <a:prstGeom prst="rect">
            <a:avLst/>
          </a:prstGeom>
          <a:solidFill>
            <a:srgbClr val="359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8094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294B"/>
                </a:solidFill>
                <a:latin typeface="Aptos"/>
              </a:rPr>
              <a:t>MSE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2"/>
            <a:ext cx="5989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72B30"/>
                </a:solidFill>
                <a:latin typeface="Aptos"/>
              </a:rPr>
              <a:t>13.29%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6400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49039"/>
            <a:ext cx="73152" cy="71323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9534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294B"/>
                </a:solidFill>
                <a:latin typeface="Aptos"/>
              </a:rPr>
              <a:t>Original-space NN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79392"/>
            <a:ext cx="598932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72B30"/>
                </a:solidFill>
                <a:latin typeface="Aptos"/>
              </a:rPr>
              <a:t>0.0001621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005840"/>
            <a:ext cx="38404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4B"/>
                </a:solidFill>
                <a:latin typeface="Aptos"/>
              </a:rPr>
              <a:t>Key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920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359663"/>
                </a:solidFill>
                <a:latin typeface="Aptos"/>
              </a:rPr>
              <a:t>13.29%
MSE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0175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72B30"/>
                </a:solidFill>
                <a:latin typeface="Aptos"/>
              </a:rPr>
              <a:t>The neural network achieved a lower test MSE than the Linear Regression baseline on the synthetic dataset.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E57C2"/>
                </a:solidFill>
                <a:latin typeface="Aptos"/>
              </a:rPr>
              <a:t>PCA retained 99.9829% variance using 128 components.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9707A"/>
                </a:solidFill>
                <a:latin typeface="Aptos"/>
              </a:rPr>
              <a:t>These results belong to this implementation's synthetic dataset; they are not the original paper's reported numerical results.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Live Prediction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2880360" cy="11887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Aptos"/>
              </a:rPr>
              <a:t>Input pose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39" y="1536192"/>
            <a:ext cx="502920" cy="292608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097280"/>
            <a:ext cx="2880360" cy="118872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4416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Aptos"/>
              </a:rPr>
              <a:t>Predicted PCA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52359" y="1536192"/>
            <a:ext cx="502920" cy="292608"/>
          </a:xfrm>
          <a:prstGeom prst="rightArrow">
            <a:avLst/>
          </a:prstGeom>
          <a:solidFill>
            <a:srgbClr val="697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097280"/>
            <a:ext cx="2880360" cy="11887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4416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6,510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801368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FFFFFF"/>
                </a:solidFill>
                <a:latin typeface="Aptos"/>
              </a:rPr>
              <a:t>Reconstructed deformation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294B"/>
                </a:solidFill>
                <a:latin typeface="Aptos"/>
              </a:rPr>
              <a:t>Example output from the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918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07A"/>
                </a:solidFill>
                <a:latin typeface="Aptos"/>
              </a:rPr>
              <a:t>Input pose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918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torch.Size([1, 56])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947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07A"/>
                </a:solidFill>
                <a:latin typeface="Aptos"/>
              </a:rPr>
              <a:t>Predicted PCA dimensions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7947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(1, 128)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976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07A"/>
                </a:solidFill>
                <a:latin typeface="Aptos"/>
              </a:rPr>
              <a:t>Predicted deformation 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2976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(1, 6510)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006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9707A"/>
                </a:solidFill>
                <a:latin typeface="Aptos"/>
              </a:rPr>
              <a:t>Sample test 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72B30"/>
                </a:solidFill>
                <a:latin typeface="Aptos"/>
              </a:rPr>
              <a:t>0.0002100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9707A"/>
                </a:solidFill>
                <a:latin typeface="Aptos"/>
              </a:rPr>
              <a:t>The final notebook cell demonstrates one test sample. The sample MSE is different from the overall test-set MSE.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4B"/>
                </a:solidFill>
                <a:latin typeface="Aptos"/>
              </a:rPr>
              <a:t>Conclusion, Limitations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970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73152" cy="2240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52144"/>
            <a:ext cx="4937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72B30"/>
                </a:solidFill>
                <a:latin typeface="Aptos"/>
              </a:rPr>
              <a:t>• Demonstrated a data-driven clothing prediction workflow.
• PCA reduced 6,510 outputs to 128 components.
• Neural network improved over the Linear Regression baseline.
• Implemented end-to-end live prediction.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73152" cy="2240280"/>
          </a:xfrm>
          <a:prstGeom prst="rect">
            <a:avLst/>
          </a:prstGeom>
          <a:solidFill>
            <a:srgbClr val="EC7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52144"/>
            <a:ext cx="4937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4B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36192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272B30"/>
                </a:solidFill>
                <a:latin typeface="Aptos"/>
              </a:rPr>
              <a:t>• Original numerical dataset was unavailable.
• Synthetic deformation is not physically accurate cloth simulation.
• Results do not reproduce the paper's numerical results.
• Smaller dataset and fewer epochs than the reference.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294B"/>
                </a:solidFill>
                <a:latin typeface="Aptos"/>
              </a:rPr>
              <a:t>Completed Project Deliverables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60520"/>
            <a:ext cx="2423160" cy="7315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Colab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160520"/>
            <a:ext cx="2423160" cy="73152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Private GitHub repo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160520"/>
            <a:ext cx="2423160" cy="7315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2-page write-up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39" y="4160520"/>
            <a:ext cx="2423160" cy="7315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39" y="438912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PPT + 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F294B"/>
                </a:solidFill>
                <a:latin typeface="Aptos"/>
              </a:rPr>
              <a:t>Thank You
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9707A"/>
                </a:solidFill>
                <a:latin typeface="Aptos"/>
              </a:rPr>
              <a:t>Reference: Kangrui Xue and Jane Wu, “Data-Driven Clothing for Interactive Applications,” Stanford CS229 Student Project, Spring 2021.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707A"/>
                </a:solidFill>
                <a:latin typeface="Aptos"/>
              </a:rPr>
              <a:t>ML Mini Project • Ramalakshmi M N &amp; Parth Pandurang Kale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Ramalakshmi M N; Parth Pandurang Kale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